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Phân tích Game Sales &amp; Dự đoán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Đề tài: Phân tích doanh số trò chơi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Mục tiêu dự án:</a:t>
            </a:r>
          </a:p>
          <a:p>
            <a:r>
              <a:t>• Phân tích dữ liệu doanh số trò chơi</a:t>
            </a:r>
          </a:p>
          <a:p>
            <a:r>
              <a:t>• Xây dựng mô hình dự đoán Global Sales</a:t>
            </a:r>
          </a:p>
          <a:p>
            <a:r>
              <a:t>• Trình bày insight và đề xuất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Phương pháp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Phương pháp sử dụng:</a:t>
            </a:r>
          </a:p>
          <a:p>
            <a:r>
              <a:t>• Tiền xử lý dữ liệu và one-hot encoding</a:t>
            </a:r>
          </a:p>
          <a:p>
            <a:r>
              <a:t>• So sánh Linear Regression và Random Forest</a:t>
            </a:r>
          </a:p>
          <a:p>
            <a:r>
              <a:t>• Đánh giá bằng R2, MAE, RMSE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mô hình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Kết quả đánh giá:</a:t>
            </a:r>
          </a:p>
          <a:p>
            <a:r>
              <a:t>• Linear Regression: R2=0.0868, MAE=0.5660, RMSE=1.9753</a:t>
            </a:r>
          </a:p>
          <a:p>
            <a:r>
              <a:t>• Random Forest: R2=0.0144, MAE=0.5536, RMSE=2.0521</a:t>
            </a:r>
          </a:p>
          <a:p>
            <a:r>
              <a:t>• Mô hình tốt nhất: Linear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Phân phối Global Sales</a:t>
            </a:r>
          </a:p>
        </p:txBody>
      </p:sp>
      <p:pic>
        <p:nvPicPr>
          <p:cNvPr id="3" name="Picture 2" descr="sale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 vs Predicted</a:t>
            </a:r>
          </a:p>
        </p:txBody>
      </p:sp>
      <p:pic>
        <p:nvPicPr>
          <p:cNvPr id="3" name="Picture 2" descr="predict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Những điểm rút ra:</a:t>
            </a:r>
          </a:p>
          <a:p>
            <a:r>
              <a:t>• Metadata game cho phép dự đoán doanh số tốt khi không dùng trực tiếp doanh số vùng.</a:t>
            </a:r>
          </a:p>
          <a:p>
            <a:r>
              <a:t>• Platform và Genre vẫn là yếu tố quan trọng hàng đầu.</a:t>
            </a:r>
          </a:p>
          <a:p>
            <a:r>
              <a:t>• Nhà phát hành lớn và nền tảng phổ biến giúp tăng khả năng doanh số cao.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Kết luận chính:</a:t>
            </a:r>
          </a:p>
          <a:p>
            <a:r>
              <a:t>• Mô hình tốt nhất: Linear Regression.</a:t>
            </a:r>
          </a:p>
          <a:p>
            <a:r>
              <a:t>• Có thể mở rộng thêm dữ liệu ngoài metadata để cải thiện dự đoán.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